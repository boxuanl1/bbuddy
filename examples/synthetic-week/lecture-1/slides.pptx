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Gradient descent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Today we study gradient descent. For a differentiable objective, the gradient points toward the steepest local increase. We move in the negative gradient direction.</a:t>
            </a:r>
          </a:p>
          <a:p>
            <a:r>
              <a:t>The update is x next equals x minus alpha times the gradient. Alpha is the step size. A large step can overshoot, while a small step may converge slowly.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 and conditions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For f of x equals one half x squared, the gradient is x. Start at x equals four and use alpha equals one half: the iterates are four, two, one, and one half.</a:t>
            </a:r>
          </a:p>
          <a:p>
            <a:r>
              <a:t>This week compare two step sizes on the same quadratic and explain the difference. The assignment is due Friday; the calendar date is not stated here.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