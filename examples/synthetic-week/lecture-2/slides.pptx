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Newton method uses the Hessian, the matrix of second derivatives. Solve H times p equals negative gradient, then update x by adding p.</a:t>
            </a:r>
          </a:p>
          <a:p>
            <a:r>
              <a:t>For the scalar quadratic one half x squared, the Hessian is one. Newton takes x to zero in one step. This special quadratic example is not a guarantee for all objectives.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and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Computing a full Hessian and solving a linear system can be expensive. Newton is not automatically better when dimension is large.</a:t>
            </a:r>
          </a:p>
          <a:p>
            <a:r>
              <a:t>If the Hessian is singular the Newton system may not have a unique solution. Outside a suitable local region, damping or a line search may be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